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360000" cy="5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86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0" b="1">
                <a:solidFill>
                  <a:srgbClr val="1F3B57"/>
                </a:solidFill>
                <a:latin typeface="Calibri"/>
              </a:rPr>
              <a:t>Figure 1. Experimental pipeline and the four-part evaluation protocol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000" y="576000"/>
            <a:ext cx="1296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1F3B57"/>
                </a:solidFill>
                <a:latin typeface="Calibri"/>
              </a:rPr>
              <a:t>CMAPSS
FD001-FD004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92000" y="576000"/>
            <a:ext cx="1296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Last n cycles
n = 5 / 15 / 30
min-max scaled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68000" y="576000"/>
            <a:ext cx="1512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Prompt template
zero-shot / few-shot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60000" y="576000"/>
            <a:ext cx="1512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LLM via Ollama
llama3.1 8B (Q4, Q8)
mistral 7B, qwen2.5 7B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2000" y="576000"/>
            <a:ext cx="1224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Parse
RUL + reasoning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12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988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80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372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696000" y="1404000"/>
            <a:ext cx="936000" cy="360000"/>
          </a:xfrm>
          <a:prstGeom prst="round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RUL number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96000" y="1908000"/>
            <a:ext cx="936000" cy="360000"/>
          </a:xfrm>
          <a:prstGeom prst="roundRect">
            <a:avLst/>
          </a:prstGeom>
          <a:solidFill>
            <a:srgbClr val="C2553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Explanation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63999" y="1152000"/>
            <a:ext cx="0" cy="252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63999" y="1764000"/>
            <a:ext cx="0" cy="144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16000" y="1512000"/>
            <a:ext cx="2772000" cy="4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Baselines on the identical split: constant predictors (train mean, RMSE- and NASA-optimal), random, Random Forest, XGBoost, LSTM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4000" y="1152000"/>
            <a:ext cx="0" cy="360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16000" y="2664000"/>
            <a:ext cx="756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PROTOCOL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000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1. No-skill baselines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Is the model better than
predicting one constant?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1999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 Rank correlation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1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Spearman rho, bootstrap CI,
BH correction. Does it order
the engines?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7999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 Output entropy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7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Distinct values and modal
share. Is it regressing or
choosing from a menu?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93999" y="2988000"/>
            <a:ext cx="1800000" cy="288000"/>
          </a:xfrm>
          <a:prstGeom prst="rect">
            <a:avLst/>
          </a:prstGeom>
          <a:solidFill>
            <a:srgbClr val="C2553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4. Explanation faithfulness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93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Textbook agreement vs
agreement with the window
actually shown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6000" y="4140000"/>
            <a:ext cx="1710000" cy="68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Controls
- cue removed
- cue inverted
- sensor trends reversed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12000" y="3996000"/>
            <a:ext cx="0" cy="144000"/>
          </a:xfrm>
          <a:prstGeom prst="bentConnector3">
            <a:avLst/>
          </a:prstGeom>
          <a:ln w="15875">
            <a:solidFill>
              <a:srgbClr val="C255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16000" y="4212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i="1" b="0">
                <a:solidFill>
                  <a:srgbClr val="8C8C8C"/>
                </a:solidFill>
                <a:latin typeface="Calibri"/>
              </a:rPr>
              <a:t>Parts 1-3 test whether the number carries prognostic information. Part 4 tests whether the text describes the input it was given.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000" y="4500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i="1" b="0">
                <a:solidFill>
                  <a:srgbClr val="8C8C8C"/>
                </a:solidFill>
                <a:latin typeface="Calibri"/>
              </a:rPr>
              <a:t>Every arm is paired: same engines, same model, same template - one thing changes at a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